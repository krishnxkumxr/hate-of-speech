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2" r:id="rId4"/>
    <p:sldId id="271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68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73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Hate speech detection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using NLP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9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784423"/>
          </a:xfrm>
        </p:spPr>
        <p:txBody>
          <a:bodyPr/>
          <a:lstStyle/>
          <a:p>
            <a:r>
              <a:rPr lang="en-US" dirty="0">
                <a:effectLst/>
              </a:rPr>
              <a:t>Natural Language Processing (NLP) is a hotbed of research in data science these days and one of the most common applications of NLP is sentiment </a:t>
            </a:r>
            <a:r>
              <a:rPr lang="en-US" dirty="0" smtClean="0">
                <a:effectLst/>
              </a:rPr>
              <a:t>analysis.</a:t>
            </a:r>
          </a:p>
          <a:p>
            <a:r>
              <a:rPr lang="en-US" dirty="0">
                <a:effectLst/>
              </a:rPr>
              <a:t>Thousands of text documents can be processed for sentiment (and other features including named entities, topics, themes, etc.) in seconds, compared to the hours it would take a team of people to manually complete the same task.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39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317858"/>
          </a:xfrm>
        </p:spPr>
        <p:txBody>
          <a:bodyPr/>
          <a:lstStyle/>
          <a:p>
            <a:r>
              <a:rPr lang="en-US" dirty="0" smtClean="0"/>
              <a:t>procedure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936376"/>
            <a:ext cx="9905998" cy="3630706"/>
          </a:xfrm>
        </p:spPr>
        <p:txBody>
          <a:bodyPr/>
          <a:lstStyle/>
          <a:p>
            <a:r>
              <a:rPr lang="en-US" dirty="0">
                <a:effectLst/>
              </a:rPr>
              <a:t>Understand the Problem Statement</a:t>
            </a:r>
          </a:p>
          <a:p>
            <a:r>
              <a:rPr lang="en-US" dirty="0">
                <a:effectLst/>
              </a:rPr>
              <a:t>Tweets Preprocessing and Cleaning</a:t>
            </a:r>
          </a:p>
          <a:p>
            <a:r>
              <a:rPr lang="en-US" dirty="0">
                <a:effectLst/>
              </a:rPr>
              <a:t>Story Generation and Visualization from Tweets</a:t>
            </a:r>
          </a:p>
          <a:p>
            <a:r>
              <a:rPr lang="en-US" dirty="0">
                <a:effectLst/>
              </a:rPr>
              <a:t>Extracting Features from Cleaned Tweets</a:t>
            </a:r>
          </a:p>
          <a:p>
            <a:r>
              <a:rPr lang="en-US" dirty="0">
                <a:effectLst/>
              </a:rPr>
              <a:t>Model Building: Sentiment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67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NLP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Natural language process, it’s a branch of artificial intelligence </a:t>
            </a:r>
          </a:p>
          <a:p>
            <a:r>
              <a:rPr lang="en-US" dirty="0" smtClean="0"/>
              <a:t>The computers ability understand text and spoken words in much the same way human begins can.</a:t>
            </a:r>
          </a:p>
          <a:p>
            <a:r>
              <a:rPr lang="en-US" dirty="0">
                <a:effectLst/>
              </a:rPr>
              <a:t>NLP combines computational </a:t>
            </a:r>
            <a:r>
              <a:rPr lang="en-US" dirty="0" smtClean="0">
                <a:effectLst/>
              </a:rPr>
              <a:t>linguistics rule-based </a:t>
            </a:r>
            <a:r>
              <a:rPr lang="en-US" dirty="0">
                <a:effectLst/>
              </a:rPr>
              <a:t>modeling of human </a:t>
            </a:r>
            <a:r>
              <a:rPr lang="en-US" dirty="0" smtClean="0">
                <a:effectLst/>
              </a:rPr>
              <a:t>language with </a:t>
            </a:r>
            <a:r>
              <a:rPr lang="en-US" dirty="0">
                <a:effectLst/>
              </a:rPr>
              <a:t>statistical, machine learning, and deep learning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12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sentiment</a:t>
            </a:r>
            <a:endParaRPr lang="en-IN" dirty="0"/>
          </a:p>
        </p:txBody>
      </p:sp>
      <p:pic>
        <p:nvPicPr>
          <p:cNvPr id="1026" name="Picture 2" descr="https://cdn.analyticsvidhya.com/wp-content/uploads/2018/07/performing-twitter-sentiment-analysis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996" y="2222594"/>
            <a:ext cx="6448831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94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objective of this task is to detect hate speech in tweets. For the sake of simplicity, we say a tweet contains hate speech if it has a racist or sexist sentiment associated with it. So, the task is to classify racist or sexist tweets from other tweets.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96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</a:p>
          <a:p>
            <a:r>
              <a:rPr lang="en-US" dirty="0" smtClean="0"/>
              <a:t>Data processing and cleaning</a:t>
            </a:r>
          </a:p>
          <a:p>
            <a:r>
              <a:rPr lang="en-US" dirty="0" smtClean="0"/>
              <a:t>Data </a:t>
            </a:r>
            <a:r>
              <a:rPr lang="en-IN" dirty="0">
                <a:effectLst/>
              </a:rPr>
              <a:t>Visualization</a:t>
            </a:r>
          </a:p>
          <a:p>
            <a:r>
              <a:rPr lang="en-US" dirty="0" smtClean="0"/>
              <a:t>feature extraction from cleaned tweets</a:t>
            </a:r>
          </a:p>
          <a:p>
            <a:r>
              <a:rPr lang="en-US" dirty="0" smtClean="0"/>
              <a:t>Building model </a:t>
            </a:r>
          </a:p>
          <a:p>
            <a:r>
              <a:rPr lang="en-US" dirty="0" smtClean="0"/>
              <a:t>Evaluation </a:t>
            </a:r>
          </a:p>
        </p:txBody>
      </p:sp>
    </p:spTree>
    <p:extLst>
      <p:ext uri="{BB962C8B-B14F-4D97-AF65-F5344CB8AC3E}">
        <p14:creationId xmlns:p14="http://schemas.microsoft.com/office/powerpoint/2010/main" val="171008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Pandas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Matplot</a:t>
            </a:r>
            <a:endParaRPr lang="en-US" dirty="0" smtClean="0"/>
          </a:p>
          <a:p>
            <a:r>
              <a:rPr lang="en-US" dirty="0" err="1" smtClean="0"/>
              <a:t>Sklearn</a:t>
            </a:r>
            <a:endParaRPr lang="en-US" dirty="0" smtClean="0"/>
          </a:p>
          <a:p>
            <a:r>
              <a:rPr lang="en-US" dirty="0" err="1" smtClean="0"/>
              <a:t>Nltk</a:t>
            </a:r>
            <a:endParaRPr lang="en-US" dirty="0" smtClean="0"/>
          </a:p>
          <a:p>
            <a:r>
              <a:rPr lang="en-US" dirty="0" err="1" smtClean="0"/>
              <a:t>seaborn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33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Data set collection…</a:t>
            </a:r>
          </a:p>
          <a:p>
            <a:pPr marL="0" indent="0">
              <a:buNone/>
            </a:pPr>
            <a:r>
              <a:rPr lang="en-US" dirty="0" smtClean="0"/>
              <a:t>Data set name: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train_E6oV3lV.csv</a:t>
            </a:r>
          </a:p>
          <a:p>
            <a:pPr marL="0" indent="0">
              <a:buNone/>
            </a:pPr>
            <a:r>
              <a:rPr lang="en-US" dirty="0"/>
              <a:t>	test_tweets_anuFYb8.csv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4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32584"/>
          </a:xfrm>
        </p:spPr>
        <p:txBody>
          <a:bodyPr/>
          <a:lstStyle/>
          <a:p>
            <a:r>
              <a:rPr lang="en-US" dirty="0" smtClean="0"/>
              <a:t>Data cleaning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84917"/>
            <a:ext cx="9905999" cy="3806284"/>
          </a:xfrm>
        </p:spPr>
        <p:txBody>
          <a:bodyPr/>
          <a:lstStyle/>
          <a:p>
            <a:r>
              <a:rPr lang="en-IN" dirty="0">
                <a:effectLst/>
              </a:rPr>
              <a:t>Removing Twitter Handles (@user)</a:t>
            </a:r>
          </a:p>
          <a:p>
            <a:r>
              <a:rPr lang="en-US" dirty="0">
                <a:effectLst/>
              </a:rPr>
              <a:t>Removing Punctuations, Numbers, and Special Characters</a:t>
            </a:r>
          </a:p>
          <a:p>
            <a:r>
              <a:rPr lang="en-IN" dirty="0">
                <a:effectLst/>
              </a:rPr>
              <a:t>Removing Short Words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86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310643"/>
          </a:xfrm>
        </p:spPr>
        <p:txBody>
          <a:bodyPr/>
          <a:lstStyle/>
          <a:p>
            <a:r>
              <a:rPr lang="en-US" dirty="0" smtClean="0"/>
              <a:t>Data processing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tokenization</a:t>
            </a:r>
          </a:p>
          <a:p>
            <a:pPr marL="457200" lvl="1" indent="0">
              <a:buNone/>
            </a:pPr>
            <a:r>
              <a:rPr lang="en-US" dirty="0"/>
              <a:t>Tokenization is the process of splitting a string of text into tokens </a:t>
            </a:r>
            <a:endParaRPr lang="en-US" dirty="0" smtClean="0"/>
          </a:p>
          <a:p>
            <a:r>
              <a:rPr lang="en-US" dirty="0" smtClean="0"/>
              <a:t>Stemming</a:t>
            </a:r>
          </a:p>
          <a:p>
            <a:pPr lvl="1"/>
            <a:r>
              <a:rPr lang="en-US" dirty="0">
                <a:effectLst/>
              </a:rPr>
              <a:t>Stemming is a rule-based process of stripping the </a:t>
            </a:r>
            <a:r>
              <a:rPr lang="en-US" dirty="0" smtClean="0">
                <a:effectLst/>
              </a:rPr>
              <a:t>suffixes</a:t>
            </a:r>
          </a:p>
          <a:p>
            <a:pPr lvl="1"/>
            <a:r>
              <a:rPr lang="en-US" dirty="0" smtClean="0">
                <a:effectLst/>
              </a:rPr>
              <a:t>Example: 	”</a:t>
            </a:r>
            <a:r>
              <a:rPr lang="en-IN" dirty="0" err="1" smtClean="0">
                <a:effectLst/>
              </a:rPr>
              <a:t>ing</a:t>
            </a:r>
            <a:r>
              <a:rPr lang="en-IN" dirty="0">
                <a:effectLst/>
              </a:rPr>
              <a:t>”, “</a:t>
            </a:r>
            <a:r>
              <a:rPr lang="en-IN" dirty="0" err="1">
                <a:effectLst/>
              </a:rPr>
              <a:t>ly</a:t>
            </a:r>
            <a:r>
              <a:rPr lang="en-IN" dirty="0">
                <a:effectLst/>
              </a:rPr>
              <a:t>”, “</a:t>
            </a:r>
            <a:r>
              <a:rPr lang="en-IN" dirty="0" err="1">
                <a:effectLst/>
              </a:rPr>
              <a:t>es</a:t>
            </a:r>
            <a:r>
              <a:rPr lang="en-IN" dirty="0">
                <a:effectLst/>
              </a:rPr>
              <a:t>”, “s” 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824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Visualization from Tweets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words uses in tweets – word cloud</a:t>
            </a:r>
          </a:p>
          <a:p>
            <a:r>
              <a:rPr lang="en-US" dirty="0" smtClean="0"/>
              <a:t>Words in non racist/sexist tweet</a:t>
            </a:r>
          </a:p>
          <a:p>
            <a:r>
              <a:rPr lang="en-US" dirty="0" smtClean="0"/>
              <a:t>Words in racist /sexist tweet</a:t>
            </a:r>
          </a:p>
          <a:p>
            <a:r>
              <a:rPr lang="en-US" dirty="0">
                <a:effectLst/>
              </a:rPr>
              <a:t>Understanding the impact of Hashtags on tweets sentiment</a:t>
            </a:r>
          </a:p>
          <a:p>
            <a:pPr lvl="1"/>
            <a:r>
              <a:rPr lang="en-US" dirty="0" smtClean="0"/>
              <a:t>Non- racist/sexist</a:t>
            </a:r>
          </a:p>
          <a:p>
            <a:pPr lvl="1"/>
            <a:r>
              <a:rPr lang="en-US" dirty="0" smtClean="0"/>
              <a:t>Racist/sexist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46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extraction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Bag of word feature- countvectorizer</a:t>
            </a:r>
          </a:p>
          <a:p>
            <a:r>
              <a:rPr lang="en-US" dirty="0" smtClean="0"/>
              <a:t>TF-IDF feature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31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building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countvectorizer</a:t>
            </a:r>
          </a:p>
          <a:p>
            <a:r>
              <a:rPr lang="en-US" dirty="0" smtClean="0"/>
              <a:t>For TF-IDF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94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Logistic regression:</a:t>
            </a:r>
          </a:p>
          <a:p>
            <a:r>
              <a:rPr lang="en-US" dirty="0" smtClean="0"/>
              <a:t>Supervised machine learning </a:t>
            </a:r>
          </a:p>
          <a:p>
            <a:r>
              <a:rPr lang="en-US" dirty="0" smtClean="0"/>
              <a:t>It used solve the problem for classification and regression problem</a:t>
            </a:r>
          </a:p>
          <a:p>
            <a:r>
              <a:rPr lang="en-US" dirty="0">
                <a:effectLst/>
              </a:rPr>
              <a:t>It is </a:t>
            </a:r>
            <a:r>
              <a:rPr lang="en-US" b="1" dirty="0">
                <a:effectLst/>
              </a:rPr>
              <a:t>used to calculate or predict the probability of a binary (yes/no) event occurring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87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LR</a:t>
            </a:r>
            <a:endParaRPr lang="en-IN"/>
          </a:p>
        </p:txBody>
      </p:sp>
      <p:pic>
        <p:nvPicPr>
          <p:cNvPr id="3074" name="Picture 2" descr="Logistic Regression in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163" y="2591594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70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Accuracy score calculation for best model for our particular target.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77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8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8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04" y="234463"/>
            <a:ext cx="5604754" cy="36224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8601"/>
            <a:ext cx="5685692" cy="19532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93913"/>
            <a:ext cx="5685692" cy="17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2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7" y="246184"/>
            <a:ext cx="5662246" cy="36107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43132"/>
            <a:ext cx="5709139" cy="1755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93913"/>
            <a:ext cx="5709139" cy="176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8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1" y="257909"/>
            <a:ext cx="5697415" cy="36107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68" y="2145323"/>
            <a:ext cx="5685693" cy="17232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68" y="257909"/>
            <a:ext cx="5685693" cy="174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7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618518"/>
            <a:ext cx="10183905" cy="5728447"/>
          </a:xfrm>
        </p:spPr>
      </p:pic>
    </p:spTree>
    <p:extLst>
      <p:ext uri="{BB962C8B-B14F-4D97-AF65-F5344CB8AC3E}">
        <p14:creationId xmlns:p14="http://schemas.microsoft.com/office/powerpoint/2010/main" val="3487892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0234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1479176"/>
            <a:ext cx="9905998" cy="3603812"/>
          </a:xfrm>
        </p:spPr>
        <p:txBody>
          <a:bodyPr/>
          <a:lstStyle/>
          <a:p>
            <a:r>
              <a:rPr lang="en-US" dirty="0" smtClean="0"/>
              <a:t>				</a:t>
            </a:r>
            <a:r>
              <a:rPr lang="en-US" dirty="0" smtClean="0">
                <a:latin typeface="Arial Black" panose="020B0A04020102020204" pitchFamily="34" charset="0"/>
              </a:rPr>
              <a:t>Thank you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8083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586</TotalTime>
  <Words>369</Words>
  <Application>Microsoft Office PowerPoint</Application>
  <PresentationFormat>Widescreen</PresentationFormat>
  <Paragraphs>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Black</vt:lpstr>
      <vt:lpstr>Trebuchet MS</vt:lpstr>
      <vt:lpstr>Tw Cen MT</vt:lpstr>
      <vt:lpstr>Circuit</vt:lpstr>
      <vt:lpstr>Hate speech detection</vt:lpstr>
      <vt:lpstr>introduction</vt:lpstr>
      <vt:lpstr>procedure</vt:lpstr>
      <vt:lpstr>NLP</vt:lpstr>
      <vt:lpstr>sentiment</vt:lpstr>
      <vt:lpstr>objectives</vt:lpstr>
      <vt:lpstr>Process:</vt:lpstr>
      <vt:lpstr>libraries</vt:lpstr>
      <vt:lpstr>Data collection:</vt:lpstr>
      <vt:lpstr>Data cleaning</vt:lpstr>
      <vt:lpstr>Data processing </vt:lpstr>
      <vt:lpstr>Visualization from Tweets</vt:lpstr>
      <vt:lpstr>Feature extraction</vt:lpstr>
      <vt:lpstr>Model building </vt:lpstr>
      <vt:lpstr>algorithms</vt:lpstr>
      <vt:lpstr>LR</vt:lpstr>
      <vt:lpstr>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Hate speech detection</dc:title>
  <dc:creator>lenovo</dc:creator>
  <cp:lastModifiedBy>lenovo</cp:lastModifiedBy>
  <cp:revision>19</cp:revision>
  <dcterms:created xsi:type="dcterms:W3CDTF">2022-09-11T04:01:06Z</dcterms:created>
  <dcterms:modified xsi:type="dcterms:W3CDTF">2022-11-30T12:05:43Z</dcterms:modified>
</cp:coreProperties>
</file>